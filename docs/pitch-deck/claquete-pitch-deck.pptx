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lipemarques/Desktop/FIAP(Faculdade)/Mobile Development E IOT/CP4/claquete/docs/pitch-deck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lipemarques/Desktop/FIAP(Faculdade)/Mobile Development E IOT/CP4/claquete/docs/pitch-deck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lipemarques/Desktop/FIAP(Faculdade)/Mobile Development E IOT/CP4/claquete/docs/pitch-deck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lipemarques/Desktop/FIAP(Faculdade)/Mobile Development E IOT/CP4/claquete/docs/pitch-deck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lipemarques/Desktop/FIAP(Faculdade)/Mobile Development E IOT/CP4/claquete/docs/pitch-deck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lipemarques/Desktop/FIAP(Faculdade)/Mobile Development E IOT/CP4/claquete/docs/pitch-deck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lipemarques/Desktop/FIAP(Faculdade)/Mobile Development E IOT/CP4/claquete/docs/pitch-deck/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lipemarques/Desktop/FIAP(Faculdade)/Mobile Development E IOT/CP4/claquete/docs/pitch-deck/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lipemarques/Desktop/FIAP(Faculdade)/Mobile Development E IOT/CP4/claquete/docs/pitch-deck/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lipemarques/Desktop/FIAP(Faculdade)/Mobile Development E IOT/CP4/claquete/docs/pitch-deck/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FIAP · Mobile Development & IoT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Claquete · Pitch</dc:title>
  <dc:subject>Checkpoint 4 — Idealização</dc:subject>
  <dc:creator>Felipe Marques e Gabriel Barros Cisoto</dc:creator>
  <cp:lastModifiedBy>Felipe Marques e Gabriel Barros Cisoto</cp:lastModifiedBy>
  <cp:revision>1</cp:revision>
  <dcterms:created xsi:type="dcterms:W3CDTF">2026-09-01T19:26:05Z</dcterms:created>
  <dcterms:modified xsi:type="dcterms:W3CDTF">2026-09-01T19:26:05Z</dcterms:modified>
</cp:coreProperties>
</file>